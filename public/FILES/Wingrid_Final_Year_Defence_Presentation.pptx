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56" r:id="rId8"/>
    <p:sldId id="257" r:id="rId9"/>
    <p:sldId id="258" r:id="rId10"/>
    <p:sldId id="259" r:id="rId7"/>
    <p:sldId id="260" r:id="rId6"/>
    <p:sldId id="261" r:id="rId5"/>
    <p:sldId id="262" r:id="rId4"/>
    <p:sldId id="263" r:id="rId3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65" d="100"/>
          <a:sy n="65" d="100"/>
        </p:scale>
        <p:origin x="1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CA5DE-5554-433E-998B-5706BBA3DDB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57E44-CA01-48B4-9714-7B5CDB51C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3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7EC2-E5D8-F742-1B67-054FF0866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00BB6-1739-C6B5-9716-28AB89FF2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B4C73-ACB3-7C9F-7EA5-2938A034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2DAEB-3F38-A327-9E2B-F5B42236E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2C4D2-F373-1FDD-0C14-B0A5EE67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8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8BDB-9BFB-33BD-36E2-CB774FA5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EBEC1-929D-A242-6F90-1148AB735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C69D1-F584-0904-FC78-1845E1CE9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E6342-5ECF-1C98-5658-39498D80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FAC61-7EF5-A0A9-7407-77FCBC604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90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3C68F-4357-6C0B-EFF4-6056CFE0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434F9-9472-5E2E-37A2-1C668D4EE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5E404-4C0A-77ED-B4F0-F150408E2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7E8BC-3C9D-288D-A877-4B49F26D4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04336-DB89-C939-F991-F3B56B48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83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E173-84FE-131A-FDEC-10EB764D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AD527-C4A0-467A-A074-20997F2F9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8166C-5D25-2F7A-68E2-89811F37E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A11F9-6FE3-AE70-BB60-74D68595E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C4B88-4529-9622-3DFF-0A9E8F04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49887-301D-192D-6E4E-0B5CD9F58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42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8185E-3938-13F4-071F-9C47FBD60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28229-9E26-4A8D-CE13-5195A4F3B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4DE16-D620-E567-A074-2B6A54D88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6B1B9-8555-7B1C-2D30-CA652A281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F61AE-EC15-64C2-A098-EC225FEFB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DFBB5-D787-915A-9095-24B00FA2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11DC54-8C33-C55A-F365-B3AC72A6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363D3E-D67B-702D-ADA5-2F2C9111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51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C649D-C7B1-FC2E-BE2E-20E16B49B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6BDD17-2483-9991-3C02-F104B65F2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C0FB9-E42D-9741-BA7C-C811901B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5081D-BB5A-9B2F-8F12-4376917E0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0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16FCAA-D61A-19AA-2CFD-EDCFFE232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15071-F236-77A8-4671-2C966848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3CB8E-1A45-9FF7-122B-46108F80B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59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7F21-6BEA-4D7A-A020-D2D73BA2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6C2EB-2067-EDE8-6730-13C686626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68C07-B368-9A92-7D94-899AA230A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C4715-8548-B8CD-E46B-32F52F97A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805EB-68F0-0925-B5E2-992A26ACD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8064D-3984-66E1-79F6-BF412DE90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89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40A8-7CE6-6E2F-987D-F9931444B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9A3B3C-B1CD-FC66-30C0-066CC8711E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130723-2359-C212-1784-4C60E5DC2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6E1BF-418B-5A5E-B8CE-971EBA46E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58B19-C047-7376-4094-335A262B8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3E811-B1A3-3062-66D6-3B924C39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51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E613B-3E08-B9D4-3543-276532004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B8505-E673-B14D-57BC-B609C294E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D7D8F-1AC7-0420-F070-FDFD3C35B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FD22-A5B5-C5E8-19C9-E29BD895B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D55BE-B31F-9976-5801-16A4491D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7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714E13-7DDD-7B01-B532-2B2A88B6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CBB8E-647A-192C-E328-241E73841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DFD78-3A20-22DE-6D4C-9A66BC00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FA80B-D752-6CA7-C60B-AAF3A51B5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1C125-E0EA-8BB4-A43E-4E1CCF0CD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96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4E860EC-E542-457A-B70C-3F9F24F46ECA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8339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9287898-D9AE-4049-9D19-ED0B1E1963CA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4225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162D6E-70EE-4FB2-88ED-8A53CBADEAC3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5139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680DC9-3D5C-4B78-93A2-8216A5967CEE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9656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B9EE8C9-0B5D-4609-8390-6AA8549DB10F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0053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D4ABCE-EACE-4151-B61F-945E2463617C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17322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DF28FB7-0FB9-463E-BF45-7E2885595341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06472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8F30A16-9233-43B3-A274-11457D04124B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59799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8677AB9-B3E0-47F2-91D3-109594D79C4B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9431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7F2A97E-5CE7-416F-AB2B-5750179EE4FB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07127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6E4A193-398A-4DA3-ABE0-39035D81DE08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45277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E749AA-DFC1-412B-8D1A-31ABB7D91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A5D24-207D-F318-C215-A84F996DF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F0A67-ABB6-4314-7B8E-00F52B15C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418D7-FCBF-5B99-17E2-6C586E072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CDC88-7F57-5757-67CB-EED589935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9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91B204-41D7-48AE-A13E-6E23B3D8CB2B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55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FINAL YEAR PROJECT DEFENCE &amp;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 b="1">
                <a:solidFill>
                  <a:srgbClr val="006089"/>
                </a:solidFill>
                <a:latin typeface="Arial"/>
              </a:defRPr>
            </a:pPr>
            <a:r>
              <a:t>WINGRID: A Multi-Window Presentation Orchestration and Context-Aware Projection System for Live Display Environments</a:t>
            </a:r>
          </a:p>
          <a:p>
            <a:pPr>
              <a:defRPr sz="1300">
                <a:solidFill>
                  <a:srgbClr val="323232"/>
                </a:solidFill>
                <a:latin typeface="Arial"/>
              </a:defRPr>
            </a:pPr>
          </a:p>
          <a:p>
            <a:pPr>
              <a:defRPr sz="1300">
                <a:solidFill>
                  <a:srgbClr val="323232"/>
                </a:solidFill>
                <a:latin typeface="Arial"/>
              </a:defRPr>
            </a:pPr>
            <a:r>
              <a:t>University of Ghana - Department of Computer Science</a:t>
            </a:r>
          </a:p>
          <a:p>
            <a:pPr>
              <a:defRPr sz="1300">
                <a:solidFill>
                  <a:srgbClr val="323232"/>
                </a:solidFill>
                <a:latin typeface="Arial"/>
              </a:defRPr>
            </a:pPr>
            <a:r>
              <a:t>Level 400 Final Year Project (v2.2.46)</a:t>
            </a:r>
          </a:p>
          <a:p>
            <a:pPr>
              <a:defRPr sz="1300">
                <a:solidFill>
                  <a:srgbClr val="323232"/>
                </a:solidFill>
                <a:latin typeface="Arial"/>
              </a:defRPr>
            </a:pPr>
          </a:p>
          <a:p>
            <a:pPr>
              <a:defRPr sz="1300">
                <a:solidFill>
                  <a:srgbClr val="323232"/>
                </a:solidFill>
                <a:latin typeface="Arial"/>
              </a:defRPr>
            </a:pPr>
            <a:r>
              <a:t>Presented by: [Student Name] (ID: [Student ID])</a:t>
            </a:r>
          </a:p>
          <a:p>
            <a:pPr>
              <a:defRPr sz="1300">
                <a:solidFill>
                  <a:srgbClr val="323232"/>
                </a:solidFill>
                <a:latin typeface="Arial"/>
              </a:defRPr>
            </a:pPr>
            <a:r>
              <a:t>Supervisor: [Supervisor Name]</a:t>
            </a:r>
          </a:p>
          <a:p>
            <a:pPr>
              <a:defRPr sz="1300">
                <a:solidFill>
                  <a:srgbClr val="323232"/>
                </a:solidFill>
                <a:latin typeface="Arial"/>
              </a:defRPr>
            </a:pPr>
            <a:r>
              <a:t>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Outline of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Structure of the Presentation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1. Introduction &amp; Research Motivation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2. Problem Statement (The 4 Core Display Bottlenecks)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3. Aims and Specific Objectives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4. Related Work &amp; Competitive Advantage Matrix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5. Proposed Solution: 'Two Windows, One Operator' Architecture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6. Key Subsystems &amp; Real-Time AI Context Intelligence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7. System Implementation &amp; FYP Technical Scope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8. Live Demonstration Workflow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9. Conclusion &amp; Future Research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Introduction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The Rise of Multi-Source Live Presentations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Modern presentation environments (churches, classrooms, auditoriums, hybrid streams) demand simultaneous live content from multiple software applications.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Common live applications: presentation slides, Bible software, live code editors, web browsers, timers, and remote guest feeds.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Presenters need to orchestrate and compose these sources dynamically in real time.</a:t>
            </a:r>
          </a:p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The Existing Technology Gap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Video conferencing tools (Zoom, Teams) were built for single-source remote meetings, not multi-display projection.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Broadcast suites (OBS, vMix) are powerful but over-engineered for live operators with steep learning curves and heavy CPU overhead.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There is no lightweight, zero-configuration system tailored for selective multi-window presentation orchestration.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Problem Statement (The 4 Core Bottlenecks)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1. Single-Source Sharing Restrictions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Platforms restrict sharing to one window or force sharing the entire screen, making side-by-side presentation impossible without manual window resizing.</a:t>
            </a:r>
          </a:p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2. Display Mode Conflicts &amp; Screen Flickering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Different software requires different Windows display modes (Extended vs. Duplicate). Constantly toggling Win+P during live events causes flickering, resolution drops, and delays.</a:t>
            </a:r>
          </a:p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3. Privacy &amp; Desktop Exposure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Sharing the full desktop leaks private notifications (WhatsApp, emails), desktop files, taskbars, and uncurated background windows to the audience.</a:t>
            </a:r>
          </a:p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4. Manual Content Augmentation Overhead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Displaying supporting context (scriptures, speaker lower-thirds, timers, quotes) requires dedicated crew manually typing or swapping OBS scenes.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Aims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Primary Aim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To design, implement, and evaluate an intelligent desktop presentation orchestration system that makes live presentations more professional and smarter through selective multi-window composition and real-time AI intelligence.</a:t>
            </a:r>
          </a:p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Specific Objectives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1. Build a high-performance GPU-accelerated window capture pipeline with request coalescing (30-60 FPS).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2. Develop a 'Two Windows, One Operator' dual-window display separation architecture.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3. Implement an automated real-time AI speech-to-context producer using AssemblyAI and Groq Llama 3.1 (~200ms extraction).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4. Engineer local mDNS device discovery and permission-gated WebRTC P2P remote screen streaming.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5. Integrate enterprise-grade OS-level DPAPI cryptography for secure credential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How Wingrid Beats Existing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Why Existing Alternatives Fall Short: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Zoom / Teams: Restricts to 1 window, risks full desktop leakage, lacks secondary display routing, cloud-dependent.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OBS Studio / vMix: Complex scene graph configuration, high CPU/GPU overhead, no automated real-time speech AI cards.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ProPresenter / EasyWorship: Expensive ($400-$1000+), slide-centric architecture is clunky for live external application windows.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Windows Snap / FancyZones: Single-monitor canvas keeps titlebars and taskbars visible; forces Win+P display toggling.</a:t>
            </a:r>
          </a:p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Wingrid's Competitive Edge: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1-Click responsive multi-window grids (Single, Dual, Triple, Quad) with per-window Hide/Show toggles.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Strict zero-desktop isolation: captures window textures directly via GPU compositor.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Real-time AI Context Intelligence: auto-generates broadcast cards in ~200ms from live spoken words.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100% local GPU execution with zero internet required for physical display projection.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Proposed Solution: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'Two Windows, One Operator' Display Model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Primary Monitor (Control Studio): Operator manages window picker, confidence monitors, AI carousels, timers, and layout controls.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Secondary Monitor (PublishedLayout): Pristine, frameless fullscreen canvas rendered directly on the target projector/LED display.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State synchronization flows across low-latency Electron IPC channels (update-projection-state).</a:t>
            </a:r>
          </a:p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Core Technology Stack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Frontend &amp; UI: Electron 33, React 18, TypeScript, Tailwind CSS, Redux Toolkit, Framer Motion.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Media &amp; Video: Windows Graphics Capture (WGC), Web Audio/Video APIs (getUserMedia), Canvas GPU rendering.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AI &amp; Cloud: 16kHz PCM Audio Worklet, AssemblyAI WebSocket Streaming, Groq LPU Inference (Llama 3.1).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Networking &amp; Security: mDNS Discovery, WebSocket Signaling Server, WebRTC P2P Data/Media, Windows DPAPI.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Key Subsystems: Window Engine &amp; Display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1. Native Windows Graphics Capture (WGC) Enumerator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Discovers capturable top-level desktop application windows with live icons, metadata, and preview thumbnails.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Includes search filtering, window pinning, and undo/redo selection history.</a:t>
            </a:r>
          </a:p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2. Dynamic AutoFit Multi-Grid Compositor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Automatically arranges selected windows into Single, Dual (side-by-side), Triple, and Quad (2x2) responsive grid layouts.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Features instant per-window Hide/Show toggles without disturbing other projected sources.</a:t>
            </a:r>
          </a:p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3. GPU Video Pipeline &amp; Request Coalescing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Eliminates DWM composition stalls through in-flight request coalescing registry for desktopCapturer.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Keyboard live broadcast controls: F5 (Toggle Live Projection), F6 (Instant Blackout), F7 (Freeze Frame).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Key Subsystems: AI Context &amp; LAN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1. Real-Time AI Context Intelligence Producer (v2.2.46)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Continuous speech ingestion via 16kHz PCM audio stream to AssemblyAI WebSocket.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Fast structured JSON extraction via Groq LPU (Llama 3.1) in ~200ms: auto-detects scriptures, speaker lower-thirds, quotes, and statistics.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8+ responsive broadcast card variants with 1-click 'Push to Live' and 'Hide' controls.</a:t>
            </a:r>
          </a:p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2. Built-In Presentation Feature Tiles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Countdown Timers, Stopwatches, Clock tiles, Image Gallery projection, and Live Captions.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Floating speech-to-text draggable orb with multi-display broadcast targeting.</a:t>
            </a:r>
          </a:p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3. Network-Aware LAN Discovery &amp; WebRTC Collaboration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Zero-config mDNS device discovery across local Wi-Fi/Ethernet.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Permission-gated request flow with direct peer-to-peer WebRTC streaming (zero cloud bandwidth).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System Demonstration &amp; Verification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Demonstration Flow for the Panel: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Step 1: Launch Wingrid -&gt; Automatically enumerate running desktop windows with live thumbnails.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Step 2: Assign multiple windows (e.g., Slide Deck + Bible Software + Timer) into a Dual/Quad grid.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Step 3: Trigger F5 Projection -&gt; Verify pristine fullscreen output on secondary display with zero desktop clutter.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Step 4: Speak into microphone -&gt; Demonstrate AI Context Engine auto-generating scripture card in ~200ms -&gt; 1-Click Push to Live.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Step 5: Test live F6 (Blackout) and F7 (Freeze Frame) controls.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Step 6: Initiate LAN Discovery -&gt; Stream a remote screen feed via permission-gated WebRTC.</a:t>
            </a:r>
          </a:p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Performance &amp; Stability Metrics: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Consistent 30-60 FPS GPU rendering with minimal CPU utilization (&lt; 8%).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Instant multi-display layout synchronization (&lt; 16ms IPC latency).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Summary of Contributions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1. Successfully solved the 4 core display bottlenecks (single-source, display mode conflicts, privacy, manual overhead).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2. Designed and implemented the 'Two Windows, One Operator' presentation model with GPU acceleration.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3. Introduced real-time speech AI context intelligence and broadcast-grade presentation tiles.</a:t>
            </a:r>
          </a:p>
          <a:p>
            <a:pPr>
              <a:spcAft>
                <a:spcPts val="400"/>
              </a:spcAft>
              <a:defRPr sz="1500" b="1">
                <a:solidFill>
                  <a:srgbClr val="005078"/>
                </a:solidFill>
                <a:latin typeface="Arial"/>
              </a:defRPr>
            </a:pPr>
            <a:r>
              <a:t>Future Research &amp; Enhancements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Multi-speaker voice diarization for panel discussions and multi-speaker conferences.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Cross-platform display server support for macOS (ScreenCaptureKit) and Linux (Wayland/X11).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Automated smart-focus camera tracking integrated with AI speaker lower-thirds.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FINAL YEAR PROJECT DEFENCE &amp;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 b="1">
                <a:solidFill>
                  <a:srgbClr val="006089"/>
                </a:solidFill>
                <a:latin typeface="Arial"/>
              </a:defRPr>
            </a:pPr>
            <a:r>
              <a:t>THANK YOU FOR YOUR ATTENTION</a:t>
            </a:r>
          </a:p>
          <a:p>
            <a:pPr>
              <a:defRPr sz="1300">
                <a:solidFill>
                  <a:srgbClr val="323232"/>
                </a:solidFill>
                <a:latin typeface="Arial"/>
              </a:defRPr>
            </a:pPr>
          </a:p>
          <a:p>
            <a:pPr>
              <a:defRPr sz="1300">
                <a:solidFill>
                  <a:srgbClr val="323232"/>
                </a:solidFill>
                <a:latin typeface="Arial"/>
              </a:defRPr>
            </a:pPr>
            <a:r>
              <a:t>Wingrid: A Multi-Window Presentation Orchestration and Context-Aware Projection System for Live Display Environments</a:t>
            </a:r>
          </a:p>
          <a:p>
            <a:pPr>
              <a:defRPr sz="1300">
                <a:solidFill>
                  <a:srgbClr val="323232"/>
                </a:solidFill>
                <a:latin typeface="Arial"/>
              </a:defRPr>
            </a:pPr>
          </a:p>
          <a:p>
            <a:pPr>
              <a:defRPr sz="1300">
                <a:solidFill>
                  <a:srgbClr val="323232"/>
                </a:solidFill>
                <a:latin typeface="Arial"/>
              </a:defRPr>
            </a:pPr>
            <a:r>
              <a:t>Questions &amp; Comments are Welcome</a:t>
            </a:r>
          </a:p>
          <a:p>
            <a:pPr>
              <a:defRPr sz="1300">
                <a:solidFill>
                  <a:srgbClr val="323232"/>
                </a:solidFill>
                <a:latin typeface="Arial"/>
              </a:defRPr>
            </a:pPr>
          </a:p>
          <a:p>
            <a:pPr>
              <a:defRPr sz="1300">
                <a:solidFill>
                  <a:srgbClr val="323232"/>
                </a:solidFill>
                <a:latin typeface="Arial"/>
              </a:defRPr>
            </a:pPr>
            <a:r>
              <a:t>Department of Computer Science, University of Ghana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1987</Words>
  <Application>Microsoft Office PowerPoint</Application>
  <PresentationFormat>Widescreen</PresentationFormat>
  <Paragraphs>148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MS PGothic</vt:lpstr>
      <vt:lpstr>Aptos</vt:lpstr>
      <vt:lpstr>Aptos Display</vt:lpstr>
      <vt:lpstr>Arial</vt:lpstr>
      <vt:lpstr>Calibri</vt:lpstr>
      <vt:lpstr>Times New Roman</vt:lpstr>
      <vt:lpstr>Office Theme</vt:lpstr>
      <vt:lpstr>1_Office Theme</vt:lpstr>
      <vt:lpstr>FINAL YEAR PROJECT PRESENTATION &amp; DEMO</vt:lpstr>
      <vt:lpstr>OUTLINE OF PRESENTATION</vt:lpstr>
      <vt:lpstr>Introduction &amp; Background</vt:lpstr>
      <vt:lpstr>Aims and Objectives</vt:lpstr>
      <vt:lpstr>Related Work &amp; Competitive Analysis</vt:lpstr>
      <vt:lpstr>Proposed Solution &amp; Key Subsystems</vt:lpstr>
      <vt:lpstr>Conclusion &amp; Live Demonstration</vt:lpstr>
      <vt:lpstr>FINAL YEAR PROJECT PRESENTATION &amp;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Prempeh Sharon</dc:creator>
  <cp:lastModifiedBy>Okornoe Josiah</cp:lastModifiedBy>
  <cp:revision>2</cp:revision>
  <dcterms:created xsi:type="dcterms:W3CDTF">2025-09-15T15:38:40Z</dcterms:created>
  <dcterms:modified xsi:type="dcterms:W3CDTF">2026-10-07T02:05:25Z</dcterms:modified>
</cp:coreProperties>
</file>